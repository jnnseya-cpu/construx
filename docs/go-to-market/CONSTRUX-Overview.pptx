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thesis, not the feature list. The product is the record; everything else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every commercial manager has felt. Lead with the loss, not the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is the demo project. Offer the walkthrough — it is the strongest asset and needs no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differentiator. Competitors integrate systems; this one never had separate systems to integrate.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handover cliff is the industry norm and the reason asset owners lose provenance. This is the answer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SMEs this is the single biggest pitch: they lose money to the Act because nobody is counting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objection-handler for anyone nervous about AI in a contractual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seat model is the commercial differentiator: rivals charge per head, which stops people putting the whole supply chain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but this slide wins technical buyers. Do not skip it — it is the credibility of every other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walkthrough. It is free, needs no login, and it is the thing that converts.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754880" cy="4754880"/>
          </a:xfrm>
          <a:prstGeom prst="ellipse">
            <a:avLst/>
          </a:prstGeom>
          <a:solidFill>
            <a:srgbClr val="2E39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1371600" cy="13716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of how your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came to exist.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record from concept to the thirtieth year of operation — and every figure on it computed from that record rather than typed into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029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AI-agent construction operating system, for businesses of every size.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construxvg.com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GOES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job loses money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anyone notices.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944368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4747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pay less notice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41605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window and the application becomes payable in full. Not disputed. Payable.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07992" y="2697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944368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4747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you cannot substantiate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1605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you cannot evidence on the day is entitlement you do not get.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30184" y="2697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22792" y="2944368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2279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34747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four-week lag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416052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erodes between the thing happening and the review that finds 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CONSTRUX computes all three on the day they happen, not at the month end.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HGCRA 1996 · S.111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notice nobody was counting.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2E3944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3 submitted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£2,248,650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44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on the valuation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−£119,650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7581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less notice served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7124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B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window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4714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sum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4425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£2,129,000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194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notice, the full £2,248,650 is payable.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63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sit on the record: handrail terminations not to detail, dewatering rates not agreed. The platform counted the window, drafted the notice, and priced the withholding from the valuation — on the day, from evidence already captured on site.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709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£119,650 protected, on one application.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from the demonstration project you can walk through before signing up. They are a worked example, not a customer outcome.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THE WHOLE PLATFORM RESTS 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typed in twice,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nothing is typed in at all.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construction software is a set of filing cabinets that happen to share a login. A figure in the cost report is a figure somebody keyed in from somewhere else, and by the time anybody checks, the two have drifted.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03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CONSTRUX holds one append-only record of everything that happened. Every number on every screen is computed from that record, so it cannot disagree with itself — and every number can be walked back to the site photograph, the drawing revision or the signed instruction it came from.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46520" y="2770632"/>
            <a:ext cx="310896" cy="310896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03720" y="2587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898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links to the one before it. A changed record breaks the chain, visibly.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3547872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3849624"/>
            <a:ext cx="310896" cy="310896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36667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edited or deleted. A correction is a new event with a reason and an author.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626864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4928616"/>
            <a:ext cx="310896" cy="310896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47457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5056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rebuilt from events, so "what did we know on the 14th?" is a question with an answer.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742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 Golden Thread actually 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EVERY STAGE, THIRTY YEARS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hand over. It carries 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48056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2E39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8056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09928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2E39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09928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33672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33672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95544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95544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57416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57416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9288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19288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81160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F2A81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543032" y="2514600"/>
            <a:ext cx="1170432" cy="1051560"/>
          </a:xfrm>
          <a:prstGeom prst="roundRect">
            <a:avLst>
              <a:gd name="adj" fmla="val 5217"/>
            </a:avLst>
          </a:prstGeom>
          <a:solidFill>
            <a:srgbClr val="2E39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43032" y="25146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82382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toolchain breaks here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work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take-off, bid/no-bid on ten factors, an adversarial review that attacks your own submission before the evaluator does.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work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programme, quality, safety and the field app on one spine. Forecast final cost moves when reality does.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asset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packs, O&amp;M, lifecycle cost and the operating position — against the same record that built 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THE RULES YOU ARE JUDGED AGAINST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and the contract, computed.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10789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752344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HGCRA 1996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5786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pay less notice windows counted from the contract's own dates. A missed window is an alarm before it is a loss, and s.108 adjudication is on the record.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675888"/>
            <a:ext cx="10789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4050792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2015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42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Contractor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87705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duty set, the documents each duty needs, and who holds it. Generated from the project record, not a template somebody filled 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74336"/>
            <a:ext cx="10789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349240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572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NEC4 · JCT · FIDIC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541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Clause-aware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517550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Standard-form packages with an amendment overlay, so the platform reasons about your contract as amended rather than the published one.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Jurisdiction, currency and tax are set per project and versioned, so an approval two years old can still say which rules it was made under.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YOU CAN PUT IN FRONT OF A CLIENT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propose. People decide.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03704"/>
            <a:ext cx="292608" cy="29260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acts unattended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780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mandate caps at propose. A test fails if an agent grants itself more.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136392"/>
            <a:ext cx="292608" cy="29260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08152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attributed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4107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model, which prompt, which evidence, whose approval, and what changed.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292608" cy="29260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01421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beats invention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343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a number the record cannot support, it says so instead of producing 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5001768"/>
            <a:ext cx="292608" cy="29260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9469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before it runs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2760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an AI run is shown before you commit to it, and charged to a wallet you cap.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103120"/>
            <a:ext cx="4251960" cy="3291840"/>
          </a:xfrm>
          <a:prstGeom prst="roundRect">
            <a:avLst>
              <a:gd name="adj" fmla="val 2222"/>
            </a:avLst>
          </a:prstGeom>
          <a:solidFill>
            <a:srgbClr val="2E3944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43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8346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decision made by a machine nobody can question is a decision you cannot defend — to a client, an adjudicator or an insurer.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decisions are human by construction here. The agents do the reading, the drafting and the arithmetic; the authority stays with the person whose name is against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SIZE, SAME 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person to a Tier 1 portfolio.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6060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9718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611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seat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427939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 on a real job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37744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172968" y="26060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29718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172968" y="3611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seat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427939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traders, single-project consultants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37744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1A1F26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58968" y="26060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29718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£950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458968" y="3611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5896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seats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58968" y="427939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contractors and pilot projects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237744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44968" y="26060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44968" y="29718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£2,200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3611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4496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seats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44968" y="427939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live packages, API access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29800" y="237744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30968" y="26060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30968" y="29718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£6,500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3611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03096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030968" y="427939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1, multi-portfolio, isolated tenancy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the whole job, pay only for the roles that decide. Site, quality, design and supply-chain participants are admitted without a seat. Every package includes an AI allowance worth 20% of its monthly price.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 PLAN AROUND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not claim.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2E3944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3042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penetration test yet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23042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are built and tested — encryption at rest, second factor, device binding, tenant isolation. An external test is not yet done, and we will not imply otherwise.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19272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2E3944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3474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region, manual failover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34747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backed up off the host and a new host comes up from it, but somebody starts it. We do not sell an uptime guarantee we cannot yet hold.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489704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2E3944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46451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6451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app is an installable progressive web app and works offline. There is no App Store build, and none is claimed.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A8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who names the limits before you sign will name the problem when it happens.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on a real job, today.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724912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24612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live job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3931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programme, real notices, real money. No signup, no card, no sales qualification step.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07992" y="2468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724912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24612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63931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seat, a real tenancy, your own project. Upgrade when it has earned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30184" y="24688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22792" y="2724912"/>
            <a:ext cx="384048" cy="384048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2279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324612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363931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 when you want somebody on it. Not before.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1A1F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5120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construxvg.com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52303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record. Concept to the thirtieth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CONSTRUX — The record of how your asset came to exist</dc:title>
  <dc:subject>PptxGenJS Presentation</dc:subject>
  <dc:creator>CONSTRUX</dc:creator>
  <cp:lastModifiedBy>CONSTRUX</cp:lastModifiedBy>
  <cp:revision>1</cp:revision>
  <dcterms:created xsi:type="dcterms:W3CDTF">2026-09-12T11:04:59Z</dcterms:created>
  <dcterms:modified xsi:type="dcterms:W3CDTF">2026-09-12T11:04:59Z</dcterms:modified>
</cp:coreProperties>
</file>